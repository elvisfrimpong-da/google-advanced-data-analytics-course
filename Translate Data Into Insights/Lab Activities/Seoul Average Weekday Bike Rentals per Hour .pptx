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SeoulAverageWeekdayBikeRentalsperHour_17718378661730/Season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B78E756-E9F2-4963-9CB4-CB37B07AA97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Seoul Average Weekday Bike Rentals per Hour 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1CF4163-F01D-47F4-A8B7-483674BD5F10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2/23/2026 9:12:31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" id="2" name="slide2">
            <a:extLst>
              <a:ext uri="{FF2B5EF4-FFF2-40B4-BE49-F238E27FC236}">
                <a16:creationId xmlns:a16="http://schemas.microsoft.com/office/drawing/2014/main" id="{DC5DC616-B5DF-4E2E-8201-340373A152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21" y="818284"/>
            <a:ext cx="11555557" cy="52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ason" id="3" name="slide3">
            <a:extLst>
              <a:ext uri="{FF2B5EF4-FFF2-40B4-BE49-F238E27FC236}">
                <a16:creationId xmlns:a16="http://schemas.microsoft.com/office/drawing/2014/main" id="{D62C1743-3DCF-4E7D-B044-CF6F652E6E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5609"/>
            <a:ext cx="12192000" cy="514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2026-02-23T09:12:31Z</dcterms:created>
  <dcterms:modified xsi:type="dcterms:W3CDTF">2026-02-23T09:12:31Z</dcterms:modified>
</cp:coreProperties>
</file>